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72" y="692150"/>
            <a:ext cx="11884464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1365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101" y="2492375"/>
            <a:ext cx="7393132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481" y="620713"/>
            <a:ext cx="1036266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568" y="6245225"/>
            <a:ext cx="2844652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383" y="6245225"/>
            <a:ext cx="3860599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145" y="6245225"/>
            <a:ext cx="2844652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07" y="1709738"/>
            <a:ext cx="105150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07" y="4589463"/>
            <a:ext cx="10515052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68" y="1600200"/>
            <a:ext cx="538452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277" y="1600200"/>
            <a:ext cx="538452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274" y="365125"/>
            <a:ext cx="1051505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274" y="1681163"/>
            <a:ext cx="515804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274" y="2505075"/>
            <a:ext cx="515804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1879" y="1681163"/>
            <a:ext cx="518344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1879" y="2505075"/>
            <a:ext cx="518344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274" y="457200"/>
            <a:ext cx="39325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447" y="987425"/>
            <a:ext cx="617187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274" y="2057400"/>
            <a:ext cx="39325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274" y="457200"/>
            <a:ext cx="39325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447" y="987425"/>
            <a:ext cx="6171879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274" y="2057400"/>
            <a:ext cx="39325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740" y="274638"/>
            <a:ext cx="274305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68" y="274638"/>
            <a:ext cx="802598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1365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29664" y="4438650"/>
            <a:ext cx="4453235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568" y="1600200"/>
            <a:ext cx="10972229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568" y="6245225"/>
            <a:ext cx="284465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383" y="6245225"/>
            <a:ext cx="3860599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145" y="6245225"/>
            <a:ext cx="284465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165" y="566420"/>
            <a:ext cx="7772400" cy="1470025"/>
          </a:xfrm>
        </p:spPr>
        <p:txBody>
          <a:bodyPr/>
          <a:lstStyle/>
          <a:p>
            <a:r>
              <a:rPr lang="en-US"/>
              <a:t>PROJECT : </a:t>
            </a:r>
            <a:r>
              <a:t>Business Interaction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4965" y="2835275"/>
            <a:ext cx="6400800" cy="1752600"/>
          </a:xfrm>
        </p:spPr>
        <p:txBody>
          <a:bodyPr/>
          <a:lstStyle/>
          <a:p>
            <a:r>
              <a:rPr>
                <a:solidFill>
                  <a:schemeClr val="tx1"/>
                </a:solidFill>
              </a:rPr>
              <a:t>Name: Turikumana Jean Claude</a:t>
            </a:r>
            <a:endParaRPr>
              <a:solidFill>
                <a:schemeClr val="tx1"/>
              </a:solidFill>
            </a:endParaRPr>
          </a:p>
          <a:p>
            <a:pPr algn="ctr"/>
            <a:r>
              <a:rPr>
                <a:solidFill>
                  <a:schemeClr val="tx1"/>
                </a:solidFill>
              </a:rPr>
              <a:t>ID: 26989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Date: November 17, 2025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3600"/>
              <a:t>Businesses lack a centralized system for tracking client interactions.</a:t>
            </a:r>
            <a:endParaRPr sz="3600"/>
          </a:p>
          <a:p>
            <a:pPr>
              <a:defRPr sz="2000"/>
            </a:pPr>
            <a:r>
              <a:rPr sz="3600"/>
              <a:t>Scattered records lead to missed follow-ups and poor customer service.</a:t>
            </a:r>
            <a:endParaRPr sz="3600"/>
          </a:p>
          <a:p>
            <a:pPr>
              <a:defRPr sz="2000"/>
            </a:pPr>
            <a:r>
              <a:rPr sz="3600"/>
              <a:t>Need a structured database to store, retrieve, and analyze interactions.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Context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3600"/>
              <a:t>Used in CRM environments, customer support, and sales teams.</a:t>
            </a:r>
            <a:endParaRPr sz="3600"/>
          </a:p>
          <a:p>
            <a:pPr>
              <a:defRPr sz="2000"/>
            </a:pPr>
            <a:r>
              <a:rPr sz="3600"/>
              <a:t>Designed for reps, managers, and analysts needing interaction history.</a:t>
            </a:r>
            <a:endParaRPr sz="3600"/>
          </a:p>
          <a:p>
            <a:pPr>
              <a:defRPr sz="2000"/>
            </a:pPr>
            <a:r>
              <a:rPr sz="3600"/>
              <a:t>Accessible across internal systems for reporting and audits.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Project Goals &amp; BI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3600"/>
              <a:t>Provide a clean interaction database with summaries and audit trails.</a:t>
            </a:r>
            <a:endParaRPr sz="3600"/>
          </a:p>
          <a:p>
            <a:pPr>
              <a:defRPr sz="2000"/>
            </a:pPr>
            <a:r>
              <a:rPr sz="3600"/>
              <a:t>Enable analytics such as frequency reports and customer insights.</a:t>
            </a:r>
            <a:endParaRPr sz="3600"/>
          </a:p>
          <a:p>
            <a:pPr>
              <a:defRPr sz="2000"/>
            </a:pPr>
            <a:r>
              <a:rPr sz="3600"/>
              <a:t>Support future BI dashboards and automated business rules.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3" y="2687003"/>
            <a:ext cx="10972229" cy="1143000"/>
          </a:xfrm>
        </p:spPr>
        <p:txBody>
          <a:bodyPr/>
          <a:p>
            <a:r>
              <a:rPr lang="en-US"/>
              <a:t>THANK YOU👌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WPS Presentation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Business Cooperate</vt:lpstr>
      <vt:lpstr>Business Interaction Manager — Phase I</vt:lpstr>
      <vt:lpstr>Problem Definition</vt:lpstr>
      <vt:lpstr>Context &amp; Users</vt:lpstr>
      <vt:lpstr>Project Goals &amp; BI Potential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Turikumana Jean Claude</cp:lastModifiedBy>
  <cp:revision>3</cp:revision>
  <dcterms:created xsi:type="dcterms:W3CDTF">2013-01-27T09:14:00Z</dcterms:created>
  <dcterms:modified xsi:type="dcterms:W3CDTF">2025-11-17T20:42:17Z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04BA9A686CE24115B3F7A60F1EB14B0F_12</vt:lpwstr>
  </property>
  <property fmtid="{D5CDD505-2E9C-101B-9397-08002B2CF9AE}" pid="3" name="KSOProductBuildVer">
    <vt:lpwstr>1033-12.2.0.23155</vt:lpwstr>
  </property>
</Properties>
</file>